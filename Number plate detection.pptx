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409035889" r:id="rId1"/>
  </p:sldMasterIdLst>
  <p:sldIdLst>
    <p:sldId id="264" r:id="rId2"/>
    <p:sldId id="257" r:id="rId3"/>
    <p:sldId id="273" r:id="rId4"/>
    <p:sldId id="274" r:id="rId5"/>
    <p:sldId id="259" r:id="rId6"/>
    <p:sldId id="260" r:id="rId7"/>
    <p:sldId id="261" r:id="rId8"/>
    <p:sldId id="262" r:id="rId9"/>
    <p:sldId id="263" r:id="rId10"/>
    <p:sldId id="265" r:id="rId11"/>
  </p:sldIdLst>
  <p:sldSz cx="6076950" cy="455295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B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156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3964102"/>
            <a:ext cx="6076950" cy="58884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10" name="Rectangle 9"/>
          <p:cNvSpPr/>
          <p:nvPr/>
        </p:nvSpPr>
        <p:spPr>
          <a:xfrm>
            <a:off x="-6077" y="4018737"/>
            <a:ext cx="1494930" cy="47350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11" name="Rectangle 10"/>
          <p:cNvSpPr/>
          <p:nvPr/>
        </p:nvSpPr>
        <p:spPr>
          <a:xfrm>
            <a:off x="1567853" y="4012667"/>
            <a:ext cx="4509097" cy="473507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69879" y="2681182"/>
            <a:ext cx="4304506" cy="121412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69879" y="4016552"/>
            <a:ext cx="4456430" cy="455295"/>
          </a:xfrm>
        </p:spPr>
        <p:txBody>
          <a:bodyPr anchor="ctr">
            <a:normAutofit/>
          </a:bodyPr>
          <a:lstStyle>
            <a:lvl1pPr marL="0" indent="0" algn="l">
              <a:buNone/>
              <a:defRPr sz="1726">
                <a:solidFill>
                  <a:srgbClr val="FFFFFF"/>
                </a:solidFill>
              </a:defRPr>
            </a:lvl1pPr>
            <a:lvl2pPr marL="303535" indent="0" algn="ctr">
              <a:buNone/>
            </a:lvl2pPr>
            <a:lvl3pPr marL="607070" indent="0" algn="ctr">
              <a:buNone/>
            </a:lvl3pPr>
            <a:lvl4pPr marL="910605" indent="0" algn="ctr">
              <a:buNone/>
            </a:lvl4pPr>
            <a:lvl5pPr marL="1214140" indent="0" algn="ctr">
              <a:buNone/>
            </a:lvl5pPr>
            <a:lvl6pPr marL="1517675" indent="0" algn="ctr">
              <a:buNone/>
            </a:lvl6pPr>
            <a:lvl7pPr marL="1821210" indent="0" algn="ctr">
              <a:buNone/>
            </a:lvl7pPr>
            <a:lvl8pPr marL="2124746" indent="0" algn="ctr">
              <a:buNone/>
            </a:lvl8pPr>
            <a:lvl9pPr marL="2428281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50641" y="4028942"/>
            <a:ext cx="1367314" cy="455295"/>
          </a:xfrm>
        </p:spPr>
        <p:txBody>
          <a:bodyPr>
            <a:noAutofit/>
          </a:bodyPr>
          <a:lstStyle>
            <a:lvl1pPr algn="ctr">
              <a:defRPr sz="1328">
                <a:solidFill>
                  <a:srgbClr val="FFFFFF"/>
                </a:solidFill>
              </a:defRPr>
            </a:lvl1pPr>
          </a:lstStyle>
          <a:p>
            <a:fld id="{D5475894-E395-4CDF-8A14-9D152C04F6CD}" type="datetimeFigureOut">
              <a:rPr lang="en-US" smtClean="0"/>
              <a:pPr/>
              <a:t>7/20/2024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85918" y="157035"/>
            <a:ext cx="3899376" cy="242402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317331" y="151765"/>
            <a:ext cx="557054" cy="2529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473D97-B31D-4558-9320-8F0E514E3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726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156" y="151765"/>
            <a:ext cx="5418614" cy="6576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5894-E395-4CDF-8A14-9D152C04F6CD}" type="datetimeFigureOut">
              <a:rPr lang="en-US" smtClean="0"/>
              <a:pPr/>
              <a:t>7/20/2024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B473D97-B31D-4558-9320-8F0E514E3E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7156" y="1062355"/>
            <a:ext cx="5418614" cy="298471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98407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1543" y="1821181"/>
            <a:ext cx="4733902" cy="1110835"/>
          </a:xfrm>
        </p:spPr>
        <p:txBody>
          <a:bodyPr anchor="t"/>
          <a:lstStyle>
            <a:lvl1pPr marL="0" indent="0">
              <a:buNone/>
              <a:defRPr sz="1859">
                <a:solidFill>
                  <a:schemeClr val="tx2"/>
                </a:solidFill>
              </a:defRPr>
            </a:lvl1pPr>
            <a:lvl2pPr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062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929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929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011767"/>
            <a:ext cx="6076950" cy="7588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8" name="Rectangle 7"/>
          <p:cNvSpPr/>
          <p:nvPr/>
        </p:nvSpPr>
        <p:spPr>
          <a:xfrm>
            <a:off x="0" y="1062355"/>
            <a:ext cx="860901" cy="65764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9" name="Rectangle 8"/>
          <p:cNvSpPr/>
          <p:nvPr/>
        </p:nvSpPr>
        <p:spPr>
          <a:xfrm>
            <a:off x="911542" y="1062355"/>
            <a:ext cx="5165408" cy="65764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543" y="1062355"/>
            <a:ext cx="5064125" cy="657648"/>
          </a:xfrm>
        </p:spPr>
        <p:txBody>
          <a:bodyPr/>
          <a:lstStyle>
            <a:lvl1pPr algn="l">
              <a:buNone/>
              <a:defRPr sz="2921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5894-E395-4CDF-8A14-9D152C04F6CD}" type="datetimeFigureOut">
              <a:rPr lang="en-US" smtClean="0"/>
              <a:pPr/>
              <a:t>7/20/2024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163532"/>
            <a:ext cx="860901" cy="465835"/>
          </a:xfrm>
        </p:spPr>
        <p:txBody>
          <a:bodyPr>
            <a:noAutofit/>
          </a:bodyPr>
          <a:lstStyle>
            <a:lvl1pPr>
              <a:defRPr sz="1593">
                <a:solidFill>
                  <a:srgbClr val="FFFFFF"/>
                </a:solidFill>
              </a:defRPr>
            </a:lvl1pPr>
          </a:lstStyle>
          <a:p>
            <a:fld id="{AB473D97-B31D-4558-9320-8F0E514E3E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454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05130" y="1055296"/>
            <a:ext cx="2582704" cy="30353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3219840" y="1055296"/>
            <a:ext cx="2582704" cy="30353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5475894-E395-4CDF-8A14-9D152C04F6CD}" type="datetimeFigureOut">
              <a:rPr lang="en-US" smtClean="0"/>
              <a:pPr/>
              <a:t>7/20/2024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B473D97-B31D-4558-9320-8F0E514E3E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019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489" y="181275"/>
            <a:ext cx="5418614" cy="5775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05130" y="1618827"/>
            <a:ext cx="2582704" cy="23776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3190399" y="1618827"/>
            <a:ext cx="2582704" cy="23776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5475894-E395-4CDF-8A14-9D152C04F6CD}" type="datetimeFigureOut">
              <a:rPr lang="en-US" smtClean="0"/>
              <a:pPr/>
              <a:t>7/20/2024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B473D97-B31D-4558-9320-8F0E514E3E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405130" y="1163532"/>
            <a:ext cx="2582704" cy="424942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1328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3190399" y="1163532"/>
            <a:ext cx="2582704" cy="424942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1328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376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5894-E395-4CDF-8A14-9D152C04F6CD}" type="datetimeFigureOut">
              <a:rPr lang="en-US" smtClean="0"/>
              <a:pPr/>
              <a:t>7/20/2024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B473D97-B31D-4558-9320-8F0E514E3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283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5894-E395-4CDF-8A14-9D152C04F6CD}" type="datetimeFigureOut">
              <a:rPr lang="en-US" smtClean="0"/>
              <a:pPr/>
              <a:t>7/20/2024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148243"/>
            <a:ext cx="354489" cy="2529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473D97-B31D-4558-9320-8F0E514E3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658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130" y="181275"/>
            <a:ext cx="5367973" cy="577550"/>
          </a:xfrm>
        </p:spPr>
        <p:txBody>
          <a:bodyPr anchor="ctr"/>
          <a:lstStyle>
            <a:lvl1pPr algn="l">
              <a:buNone/>
              <a:defRPr sz="2921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5894-E395-4CDF-8A14-9D152C04F6CD}" type="datetimeFigureOut">
              <a:rPr lang="en-US" smtClean="0"/>
              <a:pPr/>
              <a:t>7/20/2024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B473D97-B31D-4558-9320-8F0E514E3E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05130" y="1163532"/>
            <a:ext cx="1063466" cy="2883535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664"/>
              </a:spcAft>
              <a:buNone/>
              <a:defRPr sz="1195"/>
            </a:lvl1pPr>
            <a:lvl2pPr>
              <a:buNone/>
              <a:defRPr sz="797"/>
            </a:lvl2pPr>
            <a:lvl3pPr>
              <a:buNone/>
              <a:defRPr sz="664"/>
            </a:lvl3pPr>
            <a:lvl4pPr>
              <a:buNone/>
              <a:defRPr sz="598"/>
            </a:lvl4pPr>
            <a:lvl5pPr>
              <a:buNone/>
              <a:defRPr sz="598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569879" y="1163532"/>
            <a:ext cx="4253865" cy="2934123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36895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3466" y="3642360"/>
            <a:ext cx="4861560" cy="455295"/>
          </a:xfrm>
        </p:spPr>
        <p:txBody>
          <a:bodyPr/>
          <a:lstStyle>
            <a:lvl1pPr marL="0" indent="0">
              <a:buFontTx/>
              <a:buNone/>
              <a:defRPr sz="1129"/>
            </a:lvl1pPr>
            <a:lvl2pPr>
              <a:buFontTx/>
              <a:buNone/>
              <a:defRPr sz="797"/>
            </a:lvl2pPr>
            <a:lvl3pPr>
              <a:buFontTx/>
              <a:buNone/>
              <a:defRPr sz="664"/>
            </a:lvl3pPr>
            <a:lvl4pPr>
              <a:buFontTx/>
              <a:buNone/>
              <a:defRPr sz="598"/>
            </a:lvl4pPr>
            <a:lvl5pPr>
              <a:buFontTx/>
              <a:buNone/>
              <a:defRPr sz="598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6077" y="3035300"/>
            <a:ext cx="6076950" cy="58884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9" name="Rectangle 8"/>
          <p:cNvSpPr/>
          <p:nvPr/>
        </p:nvSpPr>
        <p:spPr>
          <a:xfrm>
            <a:off x="-6077" y="3096006"/>
            <a:ext cx="972312" cy="47350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10" name="Rectangle 9"/>
          <p:cNvSpPr/>
          <p:nvPr/>
        </p:nvSpPr>
        <p:spPr>
          <a:xfrm>
            <a:off x="1027005" y="3089935"/>
            <a:ext cx="5049945" cy="473507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466" y="3085888"/>
            <a:ext cx="4861560" cy="455295"/>
          </a:xfrm>
        </p:spPr>
        <p:txBody>
          <a:bodyPr anchor="ctr"/>
          <a:lstStyle>
            <a:lvl1pPr algn="l">
              <a:buNone/>
              <a:defRPr sz="1859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962184" y="0"/>
            <a:ext cx="66846" cy="4559021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4152582" y="4148244"/>
            <a:ext cx="1772444" cy="242402"/>
          </a:xfrm>
        </p:spPr>
        <p:txBody>
          <a:bodyPr rtlCol="0"/>
          <a:lstStyle/>
          <a:p>
            <a:fld id="{D5475894-E395-4CDF-8A14-9D152C04F6CD}" type="datetimeFigureOut">
              <a:rPr lang="en-US" smtClean="0"/>
              <a:pPr/>
              <a:t>7/20/2024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098535"/>
            <a:ext cx="962184" cy="440542"/>
          </a:xfrm>
        </p:spPr>
        <p:txBody>
          <a:bodyPr rtlCol="0"/>
          <a:lstStyle>
            <a:lvl1pPr>
              <a:defRPr sz="1859"/>
            </a:lvl1pPr>
          </a:lstStyle>
          <a:p>
            <a:fld id="{AB473D97-B31D-4558-9320-8F0E514E3E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063466" y="4148115"/>
            <a:ext cx="3038475" cy="242402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7133" y="0"/>
            <a:ext cx="5039817" cy="3033276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2124"/>
            </a:lvl1pPr>
          </a:lstStyle>
          <a:p>
            <a:r>
              <a:rPr kumimoji="0"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8633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5894-E395-4CDF-8A14-9D152C04F6CD}" type="datetimeFigureOut">
              <a:rPr lang="en-US" smtClean="0"/>
              <a:pPr/>
              <a:t>7/20/2024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73D97-B31D-4558-9320-8F0E514E3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36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55147" y="404707"/>
            <a:ext cx="1367314" cy="366238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3848" y="404706"/>
            <a:ext cx="3696811" cy="366238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55148" y="4148245"/>
            <a:ext cx="1468596" cy="242402"/>
          </a:xfrm>
        </p:spPr>
        <p:txBody>
          <a:bodyPr/>
          <a:lstStyle/>
          <a:p>
            <a:fld id="{D5475894-E395-4CDF-8A14-9D152C04F6CD}" type="datetimeFigureOut">
              <a:rPr lang="en-US" smtClean="0"/>
              <a:pPr/>
              <a:t>7/20/2024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3848" y="4148116"/>
            <a:ext cx="3704044" cy="2424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4051511" y="0"/>
            <a:ext cx="212693" cy="455295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8" name="Rectangle 7"/>
          <p:cNvSpPr/>
          <p:nvPr/>
        </p:nvSpPr>
        <p:spPr>
          <a:xfrm>
            <a:off x="4081896" y="404707"/>
            <a:ext cx="151924" cy="4148243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9" name="Rectangle 8"/>
          <p:cNvSpPr/>
          <p:nvPr/>
        </p:nvSpPr>
        <p:spPr>
          <a:xfrm>
            <a:off x="4081896" y="0"/>
            <a:ext cx="151924" cy="354118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3980799" y="95822"/>
            <a:ext cx="354118" cy="162475"/>
          </a:xfrm>
        </p:spPr>
        <p:txBody>
          <a:bodyPr/>
          <a:lstStyle/>
          <a:p>
            <a:fld id="{AB473D97-B31D-4558-9320-8F0E514E3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693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391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05130" y="151765"/>
            <a:ext cx="5418614" cy="65764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07156" y="1062355"/>
            <a:ext cx="5418614" cy="3004947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051300" y="4148244"/>
            <a:ext cx="1772444" cy="242402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929">
                <a:solidFill>
                  <a:schemeClr val="tx2"/>
                </a:solidFill>
              </a:defRPr>
            </a:lvl1pPr>
          </a:lstStyle>
          <a:p>
            <a:fld id="{D5475894-E395-4CDF-8A14-9D152C04F6CD}" type="datetimeFigureOut">
              <a:rPr lang="en-US" smtClean="0"/>
              <a:pPr/>
              <a:t>7/20/2024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5131" y="4148115"/>
            <a:ext cx="3602761" cy="242402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929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819531"/>
            <a:ext cx="6076950" cy="212471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8" name="Rectangle 7"/>
          <p:cNvSpPr/>
          <p:nvPr/>
        </p:nvSpPr>
        <p:spPr>
          <a:xfrm>
            <a:off x="0" y="849884"/>
            <a:ext cx="354489" cy="15176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9" name="Rectangle 8"/>
          <p:cNvSpPr/>
          <p:nvPr/>
        </p:nvSpPr>
        <p:spPr>
          <a:xfrm>
            <a:off x="392470" y="849884"/>
            <a:ext cx="5684480" cy="15176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195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844614"/>
            <a:ext cx="354489" cy="16230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929" b="1">
                <a:solidFill>
                  <a:srgbClr val="FFFFFF"/>
                </a:solidFill>
              </a:defRPr>
            </a:lvl1pPr>
          </a:lstStyle>
          <a:p>
            <a:fld id="{AB473D97-B31D-4558-9320-8F0E514E3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511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409035890" r:id="rId1"/>
    <p:sldLayoutId id="2409035891" r:id="rId2"/>
    <p:sldLayoutId id="2409035892" r:id="rId3"/>
    <p:sldLayoutId id="2409035893" r:id="rId4"/>
    <p:sldLayoutId id="2409035894" r:id="rId5"/>
    <p:sldLayoutId id="2409035895" r:id="rId6"/>
    <p:sldLayoutId id="2409035896" r:id="rId7"/>
    <p:sldLayoutId id="2409035897" r:id="rId8"/>
    <p:sldLayoutId id="2409035898" r:id="rId9"/>
    <p:sldLayoutId id="2409035899" r:id="rId10"/>
    <p:sldLayoutId id="2409035900" r:id="rId11"/>
    <p:sldLayoutId id="2409035901" r:id="rId12"/>
  </p:sldLayoutIdLst>
  <p:txStyles>
    <p:titleStyle>
      <a:lvl1pPr algn="l" rtl="0" eaLnBrk="1" latinLnBrk="0" hangingPunct="1">
        <a:spcBef>
          <a:spcPct val="0"/>
        </a:spcBef>
        <a:buNone/>
        <a:defRPr kumimoji="0" sz="292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2475" indent="-212475" algn="l" rtl="0" eaLnBrk="1" latinLnBrk="0" hangingPunct="1">
        <a:spcBef>
          <a:spcPts val="465"/>
        </a:spcBef>
        <a:buClr>
          <a:schemeClr val="accent2"/>
        </a:buClr>
        <a:buSzPct val="60000"/>
        <a:buFont typeface="Wingdings"/>
        <a:buChar char=""/>
        <a:defRPr kumimoji="0" sz="1925" kern="1200">
          <a:solidFill>
            <a:schemeClr val="tx1"/>
          </a:solidFill>
          <a:latin typeface="+mn-lt"/>
          <a:ea typeface="+mn-ea"/>
          <a:cs typeface="+mn-cs"/>
        </a:defRPr>
      </a:lvl1pPr>
      <a:lvl2pPr marL="424949" indent="-182121" algn="l" rtl="0" eaLnBrk="1" latinLnBrk="0" hangingPunct="1">
        <a:spcBef>
          <a:spcPts val="365"/>
        </a:spcBef>
        <a:buClr>
          <a:schemeClr val="accent1"/>
        </a:buClr>
        <a:buSzPct val="70000"/>
        <a:buFont typeface="Wingdings 2"/>
        <a:buChar char=""/>
        <a:defRPr kumimoji="0" sz="1726" kern="1200">
          <a:solidFill>
            <a:schemeClr val="tx1"/>
          </a:solidFill>
          <a:latin typeface="+mn-lt"/>
          <a:ea typeface="+mn-ea"/>
          <a:cs typeface="+mn-cs"/>
        </a:defRPr>
      </a:lvl2pPr>
      <a:lvl3pPr marL="607070" indent="-151768" algn="l" rtl="0" eaLnBrk="1" latinLnBrk="0" hangingPunct="1">
        <a:spcBef>
          <a:spcPts val="332"/>
        </a:spcBef>
        <a:buClr>
          <a:schemeClr val="accent2"/>
        </a:buClr>
        <a:buSzPct val="75000"/>
        <a:buFont typeface="Wingdings"/>
        <a:buChar char=""/>
        <a:defRPr kumimoji="0" sz="1527" kern="1200">
          <a:solidFill>
            <a:schemeClr val="tx1"/>
          </a:solidFill>
          <a:latin typeface="+mn-lt"/>
          <a:ea typeface="+mn-ea"/>
          <a:cs typeface="+mn-cs"/>
        </a:defRPr>
      </a:lvl3pPr>
      <a:lvl4pPr marL="910605" indent="-151768" algn="l" rtl="0" eaLnBrk="1" latinLnBrk="0" hangingPunct="1">
        <a:spcBef>
          <a:spcPts val="266"/>
        </a:spcBef>
        <a:buClr>
          <a:schemeClr val="accent3"/>
        </a:buClr>
        <a:buSzPct val="75000"/>
        <a:buFont typeface="Wingdings"/>
        <a:buChar char=""/>
        <a:defRPr kumimoji="0"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214140" indent="-151768" algn="l" rtl="0" eaLnBrk="1" latinLnBrk="0" hangingPunct="1">
        <a:spcBef>
          <a:spcPts val="266"/>
        </a:spcBef>
        <a:buClr>
          <a:schemeClr val="accent4"/>
        </a:buClr>
        <a:buSzPct val="65000"/>
        <a:buFont typeface="Wingdings"/>
        <a:buChar char=""/>
        <a:defRPr kumimoji="0"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396261" indent="-151768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19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78382" indent="-151768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195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60503" indent="-151768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195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42625" indent="-151768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195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035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070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91060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2141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51767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82121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12474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42828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142" y="711387"/>
            <a:ext cx="5514128" cy="1315297"/>
          </a:xfrm>
        </p:spPr>
        <p:txBody>
          <a:bodyPr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IN" b="1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Number plate detection</a:t>
            </a:r>
            <a:br>
              <a:rPr lang="en-IN" b="1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</a:br>
            <a:r>
              <a:rPr lang="en-IN" b="1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Using python</a:t>
            </a:r>
            <a:endParaRPr lang="en-US" b="1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1378534" y="2371329"/>
            <a:ext cx="3509590" cy="37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7070">
              <a:spcBef>
                <a:spcPct val="30000"/>
              </a:spcBef>
              <a:defRPr/>
            </a:pPr>
            <a:r>
              <a:rPr lang="en-US" sz="1859" b="1" cap="all" dirty="0">
                <a:ln w="9000" cmpd="sng">
                  <a:solidFill>
                    <a:srgbClr val="D8B25C">
                      <a:shade val="50000"/>
                      <a:satMod val="120000"/>
                    </a:srgbClr>
                  </a:solidFill>
                  <a:prstDash val="solid"/>
                </a:ln>
                <a:gradFill>
                  <a:gsLst>
                    <a:gs pos="0">
                      <a:srgbClr val="D8B25C">
                        <a:shade val="20000"/>
                        <a:satMod val="245000"/>
                      </a:srgbClr>
                    </a:gs>
                    <a:gs pos="43000">
                      <a:srgbClr val="D8B25C">
                        <a:satMod val="255000"/>
                      </a:srgbClr>
                    </a:gs>
                    <a:gs pos="48000">
                      <a:srgbClr val="D8B25C">
                        <a:shade val="85000"/>
                        <a:satMod val="255000"/>
                      </a:srgbClr>
                    </a:gs>
                    <a:gs pos="100000">
                      <a:srgbClr val="D8B25C">
                        <a:shade val="20000"/>
                        <a:satMod val="245000"/>
                      </a:srgb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w Cen MT"/>
              </a:rPr>
              <a:t>Presented By: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6135" y="3888989"/>
            <a:ext cx="1043392" cy="4601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defTabSz="607070"/>
            <a:r>
              <a:rPr lang="en-US" sz="2390" b="1" dirty="0">
                <a:ln w="50800"/>
                <a:solidFill>
                  <a:prstClr val="black">
                    <a:shade val="50000"/>
                  </a:prstClr>
                </a:solidFill>
                <a:latin typeface="Berlin Sans FB Demi" pitchFamily="34" charset="0"/>
              </a:rPr>
              <a:t>(C-1)</a:t>
            </a:r>
          </a:p>
        </p:txBody>
      </p:sp>
      <p:pic>
        <p:nvPicPr>
          <p:cNvPr id="10" name="Picture 1"/>
          <p:cNvPicPr>
            <a:picLocks noChangeAspect="1" noChangeArrowheads="1"/>
          </p:cNvPicPr>
          <p:nvPr/>
        </p:nvPicPr>
        <p:blipFill>
          <a:blip r:embed="rId2"/>
          <a:srcRect l="25790" t="16832" b="13861"/>
          <a:stretch>
            <a:fillRect/>
          </a:stretch>
        </p:blipFill>
        <p:spPr bwMode="auto">
          <a:xfrm>
            <a:off x="3749879" y="189692"/>
            <a:ext cx="2093092" cy="398383"/>
          </a:xfrm>
          <a:prstGeom prst="rect">
            <a:avLst/>
          </a:prstGeom>
          <a:noFill/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2569" y="189692"/>
            <a:ext cx="493236" cy="518530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1473387" y="2940452"/>
            <a:ext cx="2798187" cy="51526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defTabSz="607070">
              <a:spcBef>
                <a:spcPct val="30000"/>
              </a:spcBef>
              <a:defRPr/>
            </a:pPr>
            <a:r>
              <a:rPr lang="en-US" sz="1195" b="1" dirty="0">
                <a:ln w="50800"/>
                <a:solidFill>
                  <a:prstClr val="black">
                    <a:shade val="50000"/>
                  </a:prstClr>
                </a:solidFill>
                <a:latin typeface="Arial Black" pitchFamily="34" charset="0"/>
              </a:rPr>
              <a:t>114	  	Param Shah</a:t>
            </a:r>
            <a:r>
              <a:rPr lang="en-US" sz="1195" b="1" dirty="0">
                <a:ln w="50800"/>
                <a:solidFill>
                  <a:prstClr val="black">
                    <a:shade val="50000"/>
                  </a:prstClr>
                </a:solidFill>
                <a:latin typeface="Tw Cen MT"/>
              </a:rPr>
              <a:t>(CSE)</a:t>
            </a:r>
          </a:p>
          <a:p>
            <a:pPr defTabSz="607070">
              <a:spcBef>
                <a:spcPct val="30000"/>
              </a:spcBef>
              <a:defRPr/>
            </a:pPr>
            <a:r>
              <a:rPr lang="en-US" sz="1195" b="1" dirty="0">
                <a:ln w="50800"/>
                <a:solidFill>
                  <a:prstClr val="black">
                    <a:shade val="50000"/>
                  </a:prstClr>
                </a:solidFill>
                <a:latin typeface="Tw Cen MT"/>
              </a:rPr>
              <a:t>		21002171210162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076950" cy="4552950"/>
          <a:chOff x="0" y="0"/>
          <a:chExt cx="6076950" cy="455295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99A24-158C-16F7-B140-B39C1ADB8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187" y="181275"/>
            <a:ext cx="5367973" cy="577550"/>
          </a:xfrm>
        </p:spPr>
        <p:txBody>
          <a:bodyPr>
            <a:normAutofit fontScale="90000"/>
          </a:bodyPr>
          <a:lstStyle/>
          <a:p>
            <a:r>
              <a:rPr lang="en-US" dirty="0"/>
              <a:t>PROPOSED METHOD </a:t>
            </a:r>
            <a:r>
              <a:rPr lang="en-US" sz="1800" dirty="0"/>
              <a:t>(HAARCASCADE Algorithm)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3C11B-93B9-D466-3094-0CBB8EA21BE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5131" y="1163532"/>
            <a:ext cx="5418614" cy="2934123"/>
          </a:xfrm>
        </p:spPr>
        <p:txBody>
          <a:bodyPr>
            <a:normAutofit/>
          </a:bodyPr>
          <a:lstStyle/>
          <a:p>
            <a:r>
              <a:rPr lang="en-US" sz="2000" dirty="0"/>
              <a:t>Cascade Trainer GUI software can  be used for</a:t>
            </a:r>
            <a:r>
              <a:rPr lang="en-IN" sz="2000" dirty="0"/>
              <a:t> generation of haarcascade (.xml) file generation.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13D7C1-8421-AF3C-53AE-28ECF04A3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51" y="2050708"/>
            <a:ext cx="3991719" cy="231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19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BB6B-5F95-509C-E158-7BD69C9F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HAARCASCADE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4A3953-36FB-CF8D-AEF7-E5E506CE592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957" y="1062038"/>
            <a:ext cx="2026610" cy="2984500"/>
          </a:xfrm>
        </p:spPr>
      </p:pic>
    </p:spTree>
    <p:extLst>
      <p:ext uri="{BB962C8B-B14F-4D97-AF65-F5344CB8AC3E}">
        <p14:creationId xmlns:p14="http://schemas.microsoft.com/office/powerpoint/2010/main" val="2476547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076950" cy="4552950"/>
          <a:chOff x="0" y="0"/>
          <a:chExt cx="6076950" cy="455295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076950" cy="4552950"/>
          <a:chOff x="0" y="0"/>
          <a:chExt cx="6076950" cy="455295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076950" cy="4552950"/>
          <a:chOff x="0" y="0"/>
          <a:chExt cx="6076950" cy="455295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076950" cy="4552950"/>
          <a:chOff x="0" y="0"/>
          <a:chExt cx="6076950" cy="455295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076950" cy="4552950"/>
          <a:chOff x="0" y="0"/>
          <a:chExt cx="6076950" cy="455295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thank_you_note_T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0752" y="1033899"/>
            <a:ext cx="3458977" cy="270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50</Words>
  <Application>Microsoft Office PowerPoint</Application>
  <PresentationFormat>Custom</PresentationFormat>
  <Paragraphs>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 Black</vt:lpstr>
      <vt:lpstr>Berlin Sans FB Demi</vt:lpstr>
      <vt:lpstr>Tw Cen MT</vt:lpstr>
      <vt:lpstr>Wingdings</vt:lpstr>
      <vt:lpstr>Wingdings 2</vt:lpstr>
      <vt:lpstr>Median</vt:lpstr>
      <vt:lpstr>Number plate detection Using python</vt:lpstr>
      <vt:lpstr>PowerPoint Presentation</vt:lpstr>
      <vt:lpstr>PROPOSED METHOD (HAARCASCADE Algorithm)</vt:lpstr>
      <vt:lpstr>WORKING OF HAARCASCADE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admin</cp:lastModifiedBy>
  <cp:revision>11</cp:revision>
  <dcterms:created xsi:type="dcterms:W3CDTF">2024-07-03T15:13:20Z</dcterms:created>
  <dcterms:modified xsi:type="dcterms:W3CDTF">2024-07-20T06:11:43Z</dcterms:modified>
  <cp:category/>
</cp:coreProperties>
</file>